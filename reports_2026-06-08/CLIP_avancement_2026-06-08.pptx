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D'AVANCEMENT · 8 JUIN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Aligner transcriptomique et protéomique spatiales par contraste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modèle CLIP : ARN (NOVAE, gelé) ↔ protéine, sur cellules strictement appariées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A7DE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4297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97480" y="42976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883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protéine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429768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espace commun (256-D)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Louise Lapie · CentraleSupélec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L'idée : deux vues d'une même cellule, un seul espace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cellule est mesurée deux fois : son ARN (transcriptomique spatiale) et ses protéines (protéomique spatiale).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apprend un espace commun où les deux vues d'une même cellule se retrouvent côte à côte — approche contrastive, type CLIP.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cellules sont strictement appariées : la « bonne réponse » est gratuite (la paire positive d'une cellule = elle-même).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POC : montrer qu'il existe un signal ARN↔protéine récupérable, et qu'un modèle appris bat les baselines linéaires.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64592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appariée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0" y="23774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A7DE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0" y="23774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883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protéine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31546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NOVAE (gelé)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0" y="31546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BEEE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protéine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3794760"/>
            <a:ext cx="1097280" cy="777240"/>
          </a:xfrm>
          <a:prstGeom prst="line">
            <a:avLst/>
          </a:prstGeom>
          <a:noFill/>
          <a:ln w="25400">
            <a:solidFill>
              <a:srgbClr val="2A7D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424160" y="3794760"/>
            <a:ext cx="-1097280" cy="77724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680960" y="461772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commun 256-D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(similarité = cosinus)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ARN–protéine · point d'avancement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données : deux slides réelles, appariées cellule à cellule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1554480"/>
                <a:gridCol w="146304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Cellules appariées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Protéine (P)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cell.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Val /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CosMx — breast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152 446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101 333 / 18 172 / 18 944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Xenium — renal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465 498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306 929 / 66 207 / 66 167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004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spatial « holdout » inter-FOV avec zone tampon (buffer), seed 42 — réalisé AVANT tout preprocessing.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 encodé en amont par NOVAE (modèle de fondation, gelé) → embedding 64-D par cellule ; protéine = intensités d'anticorps.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de types cellulaires (clusters Leiden regroupés et nommés, qc_celltype_cpu) → évaluation biologique (clustering, sonde).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Tissus, plateformes et panels protéiques DIFFÉRENTS entre les deux slides → chacune entraînée séparément.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ARN–protéine · point d'avancement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: deux tours, une loss contrastive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 : embedding NOVAE gelé (64-D) → tête Linear(64 → 256) + normalisation L2 → z_r.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Protéine : intensités prétraitées (P) → MLP peu profond (2 couches, 128) → Linear(128 → 256) + L2 → z_p.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: InfoNCE symétrique (CLIP), température τ = 0,07 fixe ; on suit les deux sens (ARN→prot, prot→ARN).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la tête ARN + la tour protéine sont entraînés (~74 k paramètres). NOVAE reste gelé : entrée figée.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Préproc protéine : exclusion des canaux techniques → clip p1–p99 → log1p → standardisation (stats sur le train).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0" y="1600200"/>
            <a:ext cx="44805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52360" y="448056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NOVAE 64-D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(gelé)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38360" y="448056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BEEE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protéine P-D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52360" y="35661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A7D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Linear+L2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38360" y="35661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8833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+ Linear+L2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4480560"/>
            <a:ext cx="0" cy="-411480"/>
          </a:xfrm>
          <a:prstGeom prst="line">
            <a:avLst/>
          </a:prstGeom>
          <a:noFill/>
          <a:ln w="25400">
            <a:solidFill>
              <a:srgbClr val="2A7DE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515600" y="4480560"/>
            <a:ext cx="0" cy="-41148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0" y="3566160"/>
            <a:ext cx="0" cy="-914400"/>
          </a:xfrm>
          <a:prstGeom prst="line">
            <a:avLst/>
          </a:prstGeom>
          <a:noFill/>
          <a:ln w="25400">
            <a:solidFill>
              <a:srgbClr val="2A7DE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515600" y="3566160"/>
            <a:ext cx="0" cy="-91440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589520" y="2286000"/>
            <a:ext cx="3566160" cy="411480"/>
          </a:xfrm>
          <a:prstGeom prst="roundRect">
            <a:avLst>
              <a:gd name="adj" fmla="val 17778"/>
            </a:avLst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symétrique  ·  τ = 0,07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ARN–protéine · point d'avancement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Évaluer proprement : éviter de se mentir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379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avant preprocessing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découpage spatial (avec zone tampon) est fait en amont — pas de fuite entre régions.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379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Normalisation sans fuite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stats de normalisation protéine sont ajustées sur le TRAIN seul, appliquées à val/test.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72968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319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 honnêtes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2160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Hasard (plancher) + CCA (l'équivalent linéaire correct du CLIP, espace commun).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172968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319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Contrôle négatif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72160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Paires permutées → doit retomber au niveau du hasard (vérifie qu'on ne triche pas).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54296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intouché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20293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split test n'est jamais vu à l'entraînement ; chiffres reportés sur le test.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654296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Surveillance du collapse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520293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std/dim et cosinus intra-modalité suivis à chaque époque.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ARN–protéine · point d'avancement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CROSS-MODAL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 1 — le CLIP bat la CCA sur les deux slides</a:t>
            </a:r>
            <a:endParaRPr lang="en-US" sz="2800" dirty="0"/>
          </a:p>
        </p:txBody>
      </p:sp>
      <p:pic>
        <p:nvPicPr>
          <p:cNvPr id="4" name="Image 0" descr="/sessions/keen-adoring-galileo/mnt/outputs/figs/fig_retrie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7724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6459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75564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0,76 % vs 0,56 %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567928" y="2423160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CosMx — Recall@5 CLIP vs CCA (test, galerie 15 000)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45820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335584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0,65 % vs 0,40 %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567928" y="4023360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Xenium — Recall@5 CLIP vs CCA (×1,6 sur le linéaire)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permuté → niveau du hasard ✓  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rang médian s'améliore nettement (CosMx 808 vs 992 ; Xenium 1399 vs 2051).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ARN–protéine · point d'avancement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SONDE LINÉAIRE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 2 — l'espace appris est biologiquement structuré</a:t>
            </a:r>
            <a:endParaRPr lang="en-US" sz="2800" dirty="0"/>
          </a:p>
        </p:txBody>
      </p:sp>
      <p:pic>
        <p:nvPicPr>
          <p:cNvPr id="4" name="Image 0" descr="/sessions/keen-adoring-galileo/mnt/outputs/figs/fig_pr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786384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645920"/>
            <a:ext cx="3154680" cy="33832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0" y="2148840"/>
            <a:ext cx="2880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joint = espace le plus séparable (F1 : 0,640 CosMx ; 0,542 Xenium).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Nettement &gt; NOVAE seul (0,417 ; 0,312).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la meilleure modalité seule, mais en plus c'est un espace PARTAGÉ (cross-modal).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Xenium : meilleur ARI (0,195 vs 0,147).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ARN–protéine · point d'avancement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APPRIS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Visualiser l'espace : alignement et types cellulaires (CosMx)</a:t>
            </a:r>
            <a:endParaRPr lang="en-US" sz="2800" dirty="0"/>
          </a:p>
        </p:txBody>
      </p:sp>
      <p:pic>
        <p:nvPicPr>
          <p:cNvPr id="4" name="Image 0" descr="/sessions/keen-adoring-galileo/mnt/outputs/figs/fig_pca_cosm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841248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235440" y="17373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372600" y="1874520"/>
            <a:ext cx="2240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gauche : l'espace joint regroupe partiellement les types (PCA 2-D d'un espace 256-D).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droite : ARN (z_r) et protéine (z_p) se recouvrent → les deux vues sont bien alignées.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posCos paires + = 0,53 ; aucun collapse.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ARN–protéine · point d'avancement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L'ajout du jour : Xenium, même recette, autre monde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architecture, mêmes hyperparamètres (batch 512, lr 1e-4, τ 0,07) — seule la slide change. </a:t>
            </a:r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 rénal, autre plateforme, panel protéique distinct (P = 27).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042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×1,6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297180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CLIP / CCA (vs ×1,36 sur CosMx)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3042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0,807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93008" y="297180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 linéaire (acc) — espace joint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3042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0,195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27648" y="297180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joint (vs 0,147 NOVAE)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1945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23042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types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62288" y="297180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Leiden nommés (rénal)</a:t>
            </a:r>
            <a:endParaRPr lang="en-US" sz="1150" dirty="0"/>
          </a:p>
        </p:txBody>
      </p:sp>
      <p:pic>
        <p:nvPicPr>
          <p:cNvPr id="17" name="Image 0" descr="/sessions/keen-adoring-galileo/mnt/outputs/figs/fig_pca_xen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703320"/>
            <a:ext cx="6446520" cy="26974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132320" y="3703320"/>
            <a:ext cx="4526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change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15200" y="4251960"/>
            <a:ext cx="4160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posCos plus bas (0,37 vs 0,53) : couplage ARN↔protéine plus ténu en rénal / 27 marqueurs.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 CLIP bat quand même la CCA, dans les deux sens.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l'approche n'est pas spécifique à CosMx.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ARN–protéine · point d'avancement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GARDE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honnête et limites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Recall@1 absolu est faible (~0,1 %) — attendu : à l'échelle de la cellule, deux cellules d'un même type sont quasi interchangeables, donc le retrieval EXACT sur 15 000 cellules est intrinsèquement très dur.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compte n'est donc pas le R@1 absolu, mais : (1) battre la CCA, (2) le contrôle négatif qui retombe au hasard, (3) la structure biologique de l'espace.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scores biologiques (ARI/NMI/sonde) sont relatifs à des labels Leiden (pas une vérité terrain, vraisemblablement dérivés de l'ARN) → à lire comme une comparaison entre espaces. Les preuves SANS label (CLIP&gt;CCA, contrôle négatif) sont les plus solides.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protéine seule est déjà très informative pour le type cellulaire → le gain de l'espace joint sur la protéine brute est modeste ; sa vraie valeur est d'être un espace PARTAGÉ et d'améliorer le côté ARN.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Xenium : signal plus faible (posCos 0,37) — à confirmer avec un réglage dédié.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volontairement simple (têtes linéaires + petit MLP) : elle plafonne vite. C'est le point de départ, pas la fin.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ARN–protéine · point d'avancement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 VERROU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Entraînement conjoint des deux slides : pas encore, et pourquoi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panels protéiques diffèrent : CosMx 69 canaux → P = 64 ; Xenium 28 → P = 27 ; seulement 17 marqueurs strictement communs.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 ne peut pas empiler naïvement les deux côtés protéine (les colonnes ne désignent pas les mêmes marqueurs).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Tissus différents (breast vs renal) : un entraînement conjoint mélangerait aussi deux biologies.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1109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3D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options pour un vrai modèle conjoint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434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Marqueurs communs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800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Restreindre aux ~17 marqueurs partagés : simple, comparable, mais perd de l'info.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4434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Deux tours protéine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89120" y="4800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encodeur par panel, partageant la tête ARN + l'espace commun : garde tout le panel.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4434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Tête ARN partagée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01000" y="4800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Mutualiser le signal ARN (NOVAE comparable entre slides) et tester le transfert cross-tissu.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ARN–protéine · point d'avancement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MONTRÉ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prémisse contrastive tient — sur deux slides.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CLIP bat la CCA (retrieval) et produit l'espace le plus séparable biologiquement, </a:t>
            </a:r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CosMx-breast ET Xenium-renal</a:t>
            </a:r>
            <a:pPr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contrôle négatif validé, sans collapse.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10607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léger τ / learning-rate / batch, puis fixer la baseline de référence.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conjoint multi-panel (2 tours protéine) pour mutualiser CosMx + Xenium.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Pousser l'encodeur protéine (capacité), et tester un réglage dédié à Xenium.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à des baselines mono-modalité supplémentaires ; ajouter le transfert cross-tissu.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reproductible : sorties dans runs/clip_cosmx_seed42 et runs/clip_xenium_seed42 (best.pt, metrics.csv, courbes, eval_report.json).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2026-06-08T09:24:27Z</dcterms:created>
  <dcterms:modified xsi:type="dcterms:W3CDTF">2026-06-08T09:24:27Z</dcterms:modified>
</cp:coreProperties>
</file>